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6.xml"/><Relationship Id="rId22" Type="http://schemas.openxmlformats.org/officeDocument/2006/relationships/font" Target="fonts/Lato-boldItalic.fntdata"/><Relationship Id="rId10" Type="http://schemas.openxmlformats.org/officeDocument/2006/relationships/slide" Target="slides/slide5.xml"/><Relationship Id="rId21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6de669e9d5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6de669e9d5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6de669e9d5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6de669e9d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de669e9d5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de669e9d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6de669e9d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6de669e9d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de669e9d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de669e9d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6de669e9d5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6de669e9d5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de669e9d5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6de669e9d5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6de669e9d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6de669e9d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Lister i Python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/>
              <a:t>15. august 2023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u="sng"/>
              <a:t>Lister samler flere gjenstander til en variabel</a:t>
            </a:r>
            <a:endParaRPr u="sng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o" sz="1700"/>
              <a:t>Eksempel på lister:</a:t>
            </a:r>
            <a:endParaRPr sz="17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550" y="2237275"/>
            <a:ext cx="6273951" cy="21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u="sng"/>
              <a:t>Hvordan skrive og bruke en liste?</a:t>
            </a:r>
            <a:endParaRPr u="sng"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600"/>
              <a:t>Skrives med klammeparentes </a:t>
            </a:r>
            <a:r>
              <a:rPr lang="no" sz="2000"/>
              <a:t>[ ]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1600"/>
              <a:t>En liste vil være i en bestemt rekkefølge der du kan endre på innholdet og tillater duplikate verdier.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1600"/>
              <a:t>Skrive ut en liste: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000" y="1997850"/>
            <a:ext cx="5461300" cy="57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7500" y="3792950"/>
            <a:ext cx="26289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2725" y="3955875"/>
            <a:ext cx="1818695" cy="3599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15"/>
          <p:cNvCxnSpPr/>
          <p:nvPr/>
        </p:nvCxnSpPr>
        <p:spPr>
          <a:xfrm>
            <a:off x="4314413" y="4135850"/>
            <a:ext cx="69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u="sng"/>
              <a:t>Hvordan skrive og bruke en liste?</a:t>
            </a:r>
            <a:endParaRPr u="sng"/>
          </a:p>
        </p:txBody>
      </p:sp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1600"/>
              <a:t>Finne lengden på listen (antall elementer) bruker vi len():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cxnSp>
        <p:nvCxnSpPr>
          <p:cNvPr id="159" name="Google Shape;159;p16"/>
          <p:cNvCxnSpPr/>
          <p:nvPr/>
        </p:nvCxnSpPr>
        <p:spPr>
          <a:xfrm>
            <a:off x="4400113" y="3023163"/>
            <a:ext cx="69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0" name="Google Shape;16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488" y="2665963"/>
            <a:ext cx="271462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425" y="2665961"/>
            <a:ext cx="995450" cy="6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u="sng"/>
              <a:t>Hvordan finne et element i liste?</a:t>
            </a:r>
            <a:endParaRPr u="sng"/>
          </a:p>
        </p:txBody>
      </p:sp>
      <p:sp>
        <p:nvSpPr>
          <p:cNvPr id="167" name="Google Shape;167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600"/>
              <a:t>Bruker variabelnavn etterfulgt av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o" sz="1600"/>
              <a:t>klammeparentes</a:t>
            </a:r>
            <a:r>
              <a:rPr lang="no" sz="1600"/>
              <a:t> med indeks.</a:t>
            </a:r>
            <a:endParaRPr sz="1600"/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9975" y="1567550"/>
            <a:ext cx="3208263" cy="313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u="sng"/>
              <a:t>Hvordan bytte om plassering</a:t>
            </a:r>
            <a:endParaRPr u="sng"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1504625" y="10267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sz="1600"/>
              <a:t>Kan lagre et element i en liste ved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o" sz="1600"/>
              <a:t>hjelp av midlertidige variabler: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75" name="Google Shape;17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75" y="2155800"/>
            <a:ext cx="8079649" cy="2263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18"/>
          <p:cNvCxnSpPr/>
          <p:nvPr/>
        </p:nvCxnSpPr>
        <p:spPr>
          <a:xfrm>
            <a:off x="2236863" y="4162313"/>
            <a:ext cx="69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7" name="Google Shape;17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6600" y="3971825"/>
            <a:ext cx="12192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u="sng"/>
              <a:t>For-løkke på en liste</a:t>
            </a:r>
            <a:endParaRPr u="sng"/>
          </a:p>
        </p:txBody>
      </p:sp>
      <p:sp>
        <p:nvSpPr>
          <p:cNvPr id="183" name="Google Shape;183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o" sz="1600"/>
              <a:t>Går gjennom hvert eneste element i listen:</a:t>
            </a:r>
            <a:endParaRPr sz="1600"/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2108138"/>
            <a:ext cx="348615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4150" y="3195800"/>
            <a:ext cx="590550" cy="1638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6" name="Google Shape;186;p19"/>
          <p:cNvCxnSpPr/>
          <p:nvPr/>
        </p:nvCxnSpPr>
        <p:spPr>
          <a:xfrm>
            <a:off x="4211088" y="3310838"/>
            <a:ext cx="69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u="sng"/>
              <a:t>While</a:t>
            </a:r>
            <a:r>
              <a:rPr lang="no" u="sng"/>
              <a:t>-løkke på en liste</a:t>
            </a:r>
            <a:endParaRPr u="sng"/>
          </a:p>
        </p:txBody>
      </p:sp>
      <p:sp>
        <p:nvSpPr>
          <p:cNvPr id="192" name="Google Shape;192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o" sz="1600"/>
              <a:t>Kjører helt til påstanden ikke er sann:</a:t>
            </a:r>
            <a:endParaRPr sz="1600"/>
          </a:p>
        </p:txBody>
      </p:sp>
      <p:cxnSp>
        <p:nvCxnSpPr>
          <p:cNvPr id="193" name="Google Shape;193;p20"/>
          <p:cNvCxnSpPr/>
          <p:nvPr/>
        </p:nvCxnSpPr>
        <p:spPr>
          <a:xfrm>
            <a:off x="4947488" y="3794113"/>
            <a:ext cx="69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94" name="Google Shape;1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550" y="2107013"/>
            <a:ext cx="33909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2750" y="3385775"/>
            <a:ext cx="371475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o" u="sng"/>
              <a:t>Metoder:</a:t>
            </a:r>
            <a:endParaRPr u="sng"/>
          </a:p>
        </p:txBody>
      </p:sp>
      <p:cxnSp>
        <p:nvCxnSpPr>
          <p:cNvPr id="201" name="Google Shape;201;p21"/>
          <p:cNvCxnSpPr/>
          <p:nvPr/>
        </p:nvCxnSpPr>
        <p:spPr>
          <a:xfrm>
            <a:off x="4612188" y="4534288"/>
            <a:ext cx="69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255575"/>
            <a:ext cx="3314700" cy="3524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1"/>
          <p:cNvCxnSpPr/>
          <p:nvPr/>
        </p:nvCxnSpPr>
        <p:spPr>
          <a:xfrm>
            <a:off x="4612188" y="3933963"/>
            <a:ext cx="69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1"/>
          <p:cNvCxnSpPr/>
          <p:nvPr/>
        </p:nvCxnSpPr>
        <p:spPr>
          <a:xfrm>
            <a:off x="4612188" y="3253213"/>
            <a:ext cx="69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5" name="Google Shape;205;p21"/>
          <p:cNvCxnSpPr/>
          <p:nvPr/>
        </p:nvCxnSpPr>
        <p:spPr>
          <a:xfrm>
            <a:off x="4612188" y="2676038"/>
            <a:ext cx="69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6" name="Google Shape;206;p21"/>
          <p:cNvCxnSpPr/>
          <p:nvPr/>
        </p:nvCxnSpPr>
        <p:spPr>
          <a:xfrm>
            <a:off x="4612188" y="2050638"/>
            <a:ext cx="690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7" name="Google Shape;20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4575" y="1879200"/>
            <a:ext cx="211455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04575" y="2405063"/>
            <a:ext cx="38100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4575" y="3043663"/>
            <a:ext cx="9334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04575" y="3767988"/>
            <a:ext cx="1533525" cy="4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04575" y="4315850"/>
            <a:ext cx="1781650" cy="4639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